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SOFIA SPINELLI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424.861.388-70,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120</cp:revision>
  <cp:lastPrinted>2024-04-02T16:53:08Z</cp:lastPrinted>
  <dcterms:created xsi:type="dcterms:W3CDTF">2020-12-18T18:22:31Z</dcterms:created>
  <dcterms:modified xsi:type="dcterms:W3CDTF">2025-09-05T12:27:59Z</dcterms:modified>
</cp:coreProperties>
</file>