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52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GUSTAVO TEIXEIRA DE MORAES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473.953.718-44,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</a:t>
            </a:r>
            <a:r>
              <a:rPr lang="pt-BR" sz="1600">
                <a:latin typeface="Arial Rounded MT Bold" panose="020F0704030504030204" pitchFamily="34" charset="0"/>
              </a:rPr>
              <a:t>dia 30 </a:t>
            </a:r>
            <a:r>
              <a:rPr lang="pt-BR" sz="1600" dirty="0">
                <a:latin typeface="Arial Rounded MT Bold" panose="020F0704030504030204" pitchFamily="34" charset="0"/>
              </a:rPr>
              <a:t>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71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2025-09-05T12:26:53Z</dcterms:modified>
</cp:coreProperties>
</file>