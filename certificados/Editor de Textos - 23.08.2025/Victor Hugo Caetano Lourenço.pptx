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VICTOR HUGO CAETANO LOURENÇO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473.319.038-70,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72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2025-09-05T12:02:49Z</dcterms:modified>
</cp:coreProperties>
</file>