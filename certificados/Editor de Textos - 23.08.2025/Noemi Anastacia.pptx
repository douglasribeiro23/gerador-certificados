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NOEMI ANASTACIA</a:t>
            </a:r>
            <a:r>
              <a:rPr lang="pt-BR" sz="1600" dirty="0">
                <a:latin typeface="Arial Rounded MT Bold" panose="020F0704030504030204" pitchFamily="34" charset="0"/>
              </a:rPr>
              <a:t>, portadora do CPF</a:t>
            </a:r>
            <a:r>
              <a:rPr lang="pt-BR" sz="1600">
                <a:latin typeface="Arial Rounded MT Bold" panose="020F0704030504030204" pitchFamily="34" charset="0"/>
              </a:rPr>
              <a:t>: 379.214.628-20, </a:t>
            </a:r>
            <a:r>
              <a:rPr lang="pt-BR" sz="1600" dirty="0">
                <a:latin typeface="Arial Rounded MT Bold" panose="020F0704030504030204" pitchFamily="34" charset="0"/>
              </a:rPr>
              <a:t>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EDIÇÃO DE TEXTOS – MS WORD”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23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</TotalTime>
  <Words>70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113</cp:revision>
  <cp:lastPrinted>2024-04-02T16:53:08Z</cp:lastPrinted>
  <dcterms:created xsi:type="dcterms:W3CDTF">2020-12-18T18:22:31Z</dcterms:created>
  <dcterms:modified xsi:type="dcterms:W3CDTF">2025-09-05T12:08:11Z</dcterms:modified>
</cp:coreProperties>
</file>