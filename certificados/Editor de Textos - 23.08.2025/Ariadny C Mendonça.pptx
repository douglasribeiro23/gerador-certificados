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0" r:id="rId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744A8-052E-4D5E-8FE9-DFA5CED29AA5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DD848-140A-4E1C-8B30-25BB20B32E5E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E52E9-C740-4B44-8D4B-DF610B07A8AB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55D1A-AAEE-4623-A355-E180DF0ACAF6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8B122-AE37-4933-83BD-7672A3911BF5}" type="datetime1">
              <a:rPr lang="pt-BR" smtClean="0"/>
              <a:t>05/09/2025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826A6F-F912-4D7B-B19E-C42F8E3B9418}" type="datetime1">
              <a:rPr lang="pt-BR" smtClean="0"/>
              <a:t>05/09/2025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1622FD-6500-48C9-8B1B-386DE0427797}" type="datetime1">
              <a:rPr lang="pt-BR" smtClean="0"/>
              <a:t>05/09/2025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22291-B883-4AB2-9EB6-2A122BB5783F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27DD19-ADFD-4D07-BDEF-DDBFBAF3EDFA}" type="datetime1">
              <a:rPr lang="pt-BR" smtClean="0"/>
              <a:t>05/09/2025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1DF989-28E5-49E4-9B16-B2DECF366824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A9EA4-2202-4F43-8FDC-B9C7160AAF1A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A1F8C-5F7F-4D30-A9D9-14712C571D19}" type="datetime1">
              <a:rPr lang="pt-BR" smtClean="0"/>
              <a:t>05/09/2025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m 40" descr="Carta">
            <a:extLst>
              <a:ext uri="{FF2B5EF4-FFF2-40B4-BE49-F238E27FC236}">
                <a16:creationId xmlns:a16="http://schemas.microsoft.com/office/drawing/2014/main" id="{DEDD1F56-33A5-E7A0-077D-0EA1FE1E5B7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032" y="5305770"/>
            <a:ext cx="3009900" cy="1190625"/>
          </a:xfrm>
          <a:prstGeom prst="rect">
            <a:avLst/>
          </a:prstGeom>
        </p:spPr>
      </p:pic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7545510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___________________________________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sp>
        <p:nvSpPr>
          <p:cNvPr id="3" name="CaixaDeTexto 2"/>
          <p:cNvSpPr txBox="1"/>
          <p:nvPr/>
        </p:nvSpPr>
        <p:spPr>
          <a:xfrm>
            <a:off x="3204561" y="1652880"/>
            <a:ext cx="49117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  <a:endParaRPr lang="pt-BR" sz="4000" dirty="0">
              <a:solidFill>
                <a:schemeClr val="accent1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 ARIADNY C. MENDONÇA</a:t>
            </a:r>
            <a:r>
              <a:rPr lang="pt-BR" sz="1600" dirty="0">
                <a:latin typeface="Arial Rounded MT Bold" panose="020F0704030504030204" pitchFamily="34" charset="0"/>
              </a:rPr>
              <a:t>, portadora do CPF: 454.941.078-76, participou da Capacitação </a:t>
            </a:r>
            <a:r>
              <a:rPr lang="pt-BR" sz="1600">
                <a:latin typeface="Arial Rounded MT Bold" panose="020F0704030504030204" pitchFamily="34" charset="0"/>
              </a:rPr>
              <a:t>em </a:t>
            </a:r>
            <a:r>
              <a:rPr lang="pt-BR" sz="1600">
                <a:solidFill>
                  <a:srgbClr val="0070C0"/>
                </a:solidFill>
                <a:latin typeface="Arial Rounded MT Bold" panose="020F0704030504030204" pitchFamily="34" charset="0"/>
              </a:rPr>
              <a:t>“INTRODUÇÃO A EDIÇÃO DE TEXTOS – MS WORD”</a:t>
            </a:r>
            <a:r>
              <a:rPr lang="pt-BR" sz="1600">
                <a:latin typeface="Arial Rounded MT Bold" panose="020F0704030504030204" pitchFamily="34" charset="0"/>
              </a:rPr>
              <a:t>, </a:t>
            </a:r>
            <a:r>
              <a:rPr lang="pt-BR" sz="1600" dirty="0">
                <a:latin typeface="Arial Rounded MT Bold" panose="020F0704030504030204" pitchFamily="34" charset="0"/>
              </a:rPr>
              <a:t>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“I Tech Weekend </a:t>
            </a:r>
            <a:r>
              <a:rPr lang="pt-BR" sz="16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Labs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23 de agosto de 2025, totalizando 2 horas.</a:t>
            </a:r>
          </a:p>
        </p:txBody>
      </p:sp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490766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574963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05 de setembro de 2025.</a:t>
            </a:r>
          </a:p>
          <a:p>
            <a:endParaRPr lang="pt-BR" sz="1600" dirty="0"/>
          </a:p>
        </p:txBody>
      </p:sp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585</TotalTime>
  <Words>72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116</cp:revision>
  <cp:lastPrinted>2024-04-02T16:53:08Z</cp:lastPrinted>
  <dcterms:created xsi:type="dcterms:W3CDTF">2020-12-18T18:22:31Z</dcterms:created>
  <dcterms:modified xsi:type="dcterms:W3CDTF">2025-09-05T12:00:06Z</dcterms:modified>
</cp:coreProperties>
</file>