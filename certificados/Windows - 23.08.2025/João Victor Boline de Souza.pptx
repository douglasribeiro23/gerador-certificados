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</a:t>
            </a:r>
            <a:r>
              <a:rPr lang="pt-BR" sz="1600">
                <a:latin typeface="Arial Rounded MT Bold" panose="020F0704030504030204" pitchFamily="34" charset="0"/>
              </a:rPr>
              <a:t>que</a:t>
            </a:r>
            <a:r>
              <a:rPr lang="pt-BR" sz="16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VICTOR BOLINE DE SOUZA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portadora do CPF</a:t>
            </a:r>
            <a:r>
              <a:rPr lang="pt-BR" sz="1600">
                <a:latin typeface="Arial Rounded MT Bold" panose="020F0704030504030204" pitchFamily="34" charset="0"/>
              </a:rPr>
              <a:t>: 446.958.578-55,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106</cp:revision>
  <cp:lastPrinted>2024-04-02T16:53:08Z</cp:lastPrinted>
  <dcterms:created xsi:type="dcterms:W3CDTF">2020-12-18T18:22:31Z</dcterms:created>
  <dcterms:modified xsi:type="dcterms:W3CDTF">2025-09-05T11:32:43Z</dcterms:modified>
</cp:coreProperties>
</file>