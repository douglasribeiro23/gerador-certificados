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ARIANE CAMILA FERNANDES PINHEIRO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493.901.028-71,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2025-09-05T11:39:04Z</dcterms:modified>
</cp:coreProperties>
</file>