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ommentAuthors.xml" ContentType="application/vnd.openxmlformats-officedocument.presentationml.commentAuthors+xml"/>
  <Override PartName="/ppt/media/image2.svg" ContentType="image/svg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"/>
  </p:notesMasterIdLst>
  <p:sldIdLst>
    <p:sldId id="271" r:id="rId9"/>
  </p:sldIdLst>
  <p:sldSz cx="12192000" cy="6858000"/>
  <p:notesSz cx="6889750" cy="10021888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NGELITA GASPAROTTO" initials="AG" lastIdx="1" clrIdx="0">
    <p:extLst>
      <p:ext uri="{19B8F6BF-5375-455C-9EA6-DF929625EA0E}">
        <p15:presenceInfo xmlns:p15="http://schemas.microsoft.com/office/powerpoint/2012/main" userId="S::angelita.gasparotto@fatec.sp.gov.br::646e8431-711c-47ff-bca7-94d553cbbb1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FF"/>
    <a:srgbClr val="0099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FD0F851-EC5A-4D38-B0AD-8093EC10F338}" styleName="Estilo Claro 1 - Ênfase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8EC20E35-A176-4012-BC5E-935CFFF8708E}" styleName="Estilo Médio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73A0DAA-6AF3-43AB-8588-CEC1D06C72B9}" styleName="Estilo Médio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D27102A9-8310-4765-A935-A1911B00CA55}" styleName="Estilo Claro 1 - Ênfase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3C2FFA5D-87B4-456A-9821-1D502468CF0F}" styleName="Estilo com Tema 1 - Ênfase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084" autoAdjust="0"/>
    <p:restoredTop sz="94706" autoAdjust="0"/>
  </p:normalViewPr>
  <p:slideViewPr>
    <p:cSldViewPr snapToGrid="0">
      <p:cViewPr varScale="1">
        <p:scale>
          <a:sx n="111" d="100"/>
          <a:sy n="111" d="100"/>
        </p:scale>
        <p:origin x="876" y="2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commentAuthors" Target="commentAuthors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902597" y="0"/>
            <a:ext cx="2985558" cy="502835"/>
          </a:xfrm>
          <a:prstGeom prst="rect">
            <a:avLst/>
          </a:prstGeom>
        </p:spPr>
        <p:txBody>
          <a:bodyPr vert="horz" lIns="96634" tIns="48317" rIns="96634" bIns="48317" rtlCol="0"/>
          <a:lstStyle>
            <a:lvl1pPr algn="r">
              <a:defRPr sz="1300"/>
            </a:lvl1pPr>
          </a:lstStyle>
          <a:p>
            <a:fld id="{7789CC68-7783-4216-8B1C-7360D836DAEA}" type="datetimeFigureOut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34" tIns="48317" rIns="96634" bIns="48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8975" y="4823034"/>
            <a:ext cx="5511800" cy="3946118"/>
          </a:xfrm>
          <a:prstGeom prst="rect">
            <a:avLst/>
          </a:prstGeom>
        </p:spPr>
        <p:txBody>
          <a:bodyPr vert="horz" lIns="96634" tIns="48317" rIns="96634" bIns="48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l">
              <a:defRPr sz="13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902597" y="9519055"/>
            <a:ext cx="2985558" cy="502834"/>
          </a:xfrm>
          <a:prstGeom prst="rect">
            <a:avLst/>
          </a:prstGeom>
        </p:spPr>
        <p:txBody>
          <a:bodyPr vert="horz" lIns="96634" tIns="48317" rIns="96634" bIns="48317" rtlCol="0" anchor="b"/>
          <a:lstStyle>
            <a:lvl1pPr algn="r">
              <a:defRPr sz="1300"/>
            </a:lvl1pPr>
          </a:lstStyle>
          <a:p>
            <a:fld id="{1DB4C997-BA67-426A-A1DE-9CE47A77033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00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5725769"/>
      </p:ext>
    </p:extLst>
  </p:cSld>
  <p:clrMapOvr>
    <a:masterClrMapping/>
  </p:clrMapOvr>
  <p:transition spd="med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677DD848-140A-4E1C-8B30-25BB20B32E5E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09799178"/>
      </p:ext>
    </p:extLst>
  </p:cSld>
  <p:clrMapOvr>
    <a:masterClrMapping/>
  </p:clrMapOvr>
  <p:transition spd="med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FD9E52E9-C740-4B44-8D4B-DF610B07A8AB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39725710"/>
      </p:ext>
    </p:extLst>
  </p:cSld>
  <p:clrMapOvr>
    <a:masterClrMapping/>
  </p:clrMapOvr>
  <p:transition spd="med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B855D1A-AAEE-4623-A355-E180DF0ACAF6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676881"/>
      </p:ext>
    </p:extLst>
  </p:cSld>
  <p:clrMapOvr>
    <a:masterClrMapping/>
  </p:clrMapOvr>
  <p:transition spd="med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368B122-AE37-4933-83BD-7672A3911BF5}" type="datetime1">
              <a:rPr lang="pt-BR" smtClean="0"/>
              <a:t>03/10/2025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1731045"/>
      </p:ext>
    </p:extLst>
  </p:cSld>
  <p:clrMapOvr>
    <a:masterClrMapping/>
  </p:clrMapOvr>
  <p:transition spd="med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9826A6F-F912-4D7B-B19E-C42F8E3B9418}" type="datetime1">
              <a:rPr lang="pt-BR" smtClean="0"/>
              <a:t>03/10/2025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7498962"/>
      </p:ext>
    </p:extLst>
  </p:cSld>
  <p:clrMapOvr>
    <a:masterClrMapping/>
  </p:clrMapOvr>
  <p:transition spd="med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161622FD-6500-48C9-8B1B-386DE0427797}" type="datetime1">
              <a:rPr lang="pt-BR" smtClean="0"/>
              <a:t>03/10/2025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911015"/>
      </p:ext>
    </p:extLst>
  </p:cSld>
  <p:clrMapOvr>
    <a:masterClrMapping/>
  </p:clrMapOvr>
  <p:transition spd="med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E322291-B883-4AB2-9EB6-2A122BB5783F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7050892"/>
      </p:ext>
    </p:extLst>
  </p:cSld>
  <p:clrMapOvr>
    <a:masterClrMapping/>
  </p:clrMapOvr>
  <p:transition spd="med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8927DD19-ADFD-4D07-BDEF-DDBFBAF3EDFA}" type="datetime1">
              <a:rPr lang="pt-BR" smtClean="0"/>
              <a:t>03/10/2025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253562"/>
      </p:ext>
    </p:extLst>
  </p:cSld>
  <p:clrMapOvr>
    <a:masterClrMapping/>
  </p:clrMapOvr>
  <p:transition spd="med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741DF989-28E5-49E4-9B16-B2DECF366824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21990232"/>
      </p:ext>
    </p:extLst>
  </p:cSld>
  <p:clrMapOvr>
    <a:masterClrMapping/>
  </p:clrMapOvr>
  <p:transition spd="med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D02A9EA4-2202-4F43-8FDC-B9C7160AAF1A}" type="datetime1">
              <a:rPr lang="pt-BR" smtClean="0"/>
              <a:t>03/10/2025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9B72E23B-E7A9-4A7B-970B-80E23354203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9067203"/>
      </p:ext>
    </p:extLst>
  </p:cSld>
  <p:clrMapOvr>
    <a:masterClrMapping/>
  </p:clrMapOvr>
  <p:transition spd="med">
    <p:fade/>
  </p:transition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4" Type="http://schemas.openxmlformats.org/officeDocument/2006/relationships/image" Target="../media/image2.svg"/><Relationship Id="rId15" Type="http://schemas.openxmlformats.org/officeDocument/2006/relationships/image" Target="../media/image3.png"/><Relationship Id="rId16" Type="http://schemas.openxmlformats.org/officeDocument/2006/relationships/image" Target="../media/image4.svg"/><Relationship Id="rId17" Type="http://schemas.openxmlformats.org/officeDocument/2006/relationships/image" Target="../media/image5.png"/><Relationship Id="rId18" Type="http://schemas.openxmlformats.org/officeDocument/2006/relationships/image" Target="../media/image6.png"/><Relationship Id="rId19" Type="http://schemas.openxmlformats.org/officeDocument/2006/relationships/image" Target="../media/image7.png"/><Relationship Id="rId20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aixaDeTexto 6"/>
          <p:cNvSpPr txBox="1"/>
          <p:nvPr userDrawn="1"/>
        </p:nvSpPr>
        <p:spPr>
          <a:xfrm>
            <a:off x="4034313" y="1710615"/>
            <a:ext cx="412337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CERTIFICAMOS</a:t>
            </a:r>
          </a:p>
        </p:txBody>
      </p:sp>
      <p:graphicFrame>
        <p:nvGraphicFramePr>
          <p:cNvPr id="11" name="Tabela 10"/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38476096"/>
              </p:ext>
            </p:extLst>
          </p:nvPr>
        </p:nvGraphicFramePr>
        <p:xfrm>
          <a:off x="1496658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Coordenação de Curso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graphicFrame>
        <p:nvGraphicFramePr>
          <p:cNvPr id="32" name="Tabela 31">
            <a:extLst>
              <a:ext uri="{FF2B5EF4-FFF2-40B4-BE49-F238E27FC236}">
                <a16:creationId xmlns:a16="http://schemas.microsoft.com/office/drawing/2014/main" id="{DC0E50BF-3455-FD43-8520-2C56AEA1F9B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379399922"/>
              </p:ext>
            </p:extLst>
          </p:nvPr>
        </p:nvGraphicFramePr>
        <p:xfrm>
          <a:off x="5505424" y="5837284"/>
          <a:ext cx="40640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3051299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300" dirty="0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Rockwell Extra Bold" panose="02060903040505020403" pitchFamily="18" charset="0"/>
                        </a:rPr>
                        <a:t>________________________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706954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pt-BR" sz="1200" b="0" kern="1200" baseline="0" dirty="0">
                          <a:solidFill>
                            <a:schemeClr val="tx1"/>
                          </a:solidFill>
                          <a:latin typeface="Arial Rounded MT Bold" panose="020F0704030504030204" pitchFamily="34" charset="0"/>
                          <a:ea typeface="+mn-ea"/>
                          <a:cs typeface="+mn-cs"/>
                        </a:rPr>
                        <a:t>Direção</a:t>
                      </a:r>
                      <a:endParaRPr lang="pt-BR" sz="900" b="0" kern="1200" dirty="0">
                        <a:solidFill>
                          <a:schemeClr val="tx1"/>
                        </a:solidFill>
                        <a:latin typeface="Arial Rounded MT Bold" panose="020F0704030504030204" pitchFamily="34" charset="0"/>
                        <a:ea typeface="+mn-ea"/>
                        <a:cs typeface="+mn-cs"/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75306061"/>
                  </a:ext>
                </a:extLst>
              </a:tr>
            </a:tbl>
          </a:graphicData>
        </a:graphic>
      </p:graphicFrame>
      <p:pic>
        <p:nvPicPr>
          <p:cNvPr id="34" name="Gráfico 33">
            <a:extLst>
              <a:ext uri="{FF2B5EF4-FFF2-40B4-BE49-F238E27FC236}">
                <a16:creationId xmlns:a16="http://schemas.microsoft.com/office/drawing/2014/main" id="{D48B203D-76A0-E57B-E43F-95244DF9C96F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69558" y="170759"/>
            <a:ext cx="1814532" cy="946279"/>
          </a:xfrm>
          <a:prstGeom prst="rect">
            <a:avLst/>
          </a:prstGeom>
        </p:spPr>
      </p:pic>
      <p:pic>
        <p:nvPicPr>
          <p:cNvPr id="36" name="Gráfico 35">
            <a:extLst>
              <a:ext uri="{FF2B5EF4-FFF2-40B4-BE49-F238E27FC236}">
                <a16:creationId xmlns:a16="http://schemas.microsoft.com/office/drawing/2014/main" id="{A006E6DA-8DFA-DA73-81EE-8A8BE8D88A0A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2482775" y="170759"/>
            <a:ext cx="1443572" cy="947705"/>
          </a:xfrm>
          <a:prstGeom prst="rect">
            <a:avLst/>
          </a:prstGeom>
        </p:spPr>
      </p:pic>
      <p:pic>
        <p:nvPicPr>
          <p:cNvPr id="39" name="Imagem 38">
            <a:extLst>
              <a:ext uri="{FF2B5EF4-FFF2-40B4-BE49-F238E27FC236}">
                <a16:creationId xmlns:a16="http://schemas.microsoft.com/office/drawing/2014/main" id="{F90CAB57-300F-90CD-D480-319FB64C4388}"/>
              </a:ext>
            </a:extLst>
          </p:cNvPr>
          <p:cNvPicPr>
            <a:picLocks noChangeAspect="1"/>
          </p:cNvPicPr>
          <p:nvPr userDrawn="1"/>
        </p:nvPicPr>
        <p:blipFill>
          <a:blip r:embed="rId17"/>
          <a:stretch>
            <a:fillRect/>
          </a:stretch>
        </p:blipFill>
        <p:spPr>
          <a:xfrm>
            <a:off x="10791530" y="5415389"/>
            <a:ext cx="1244093" cy="1222917"/>
          </a:xfrm>
          <a:prstGeom prst="rect">
            <a:avLst/>
          </a:prstGeom>
        </p:spPr>
      </p:pic>
      <p:pic>
        <p:nvPicPr>
          <p:cNvPr id="8" name="Imagem 7" descr="Círculo&#10;&#10;O conteúdo gerado por IA pode estar incorreto.">
            <a:extLst>
              <a:ext uri="{FF2B5EF4-FFF2-40B4-BE49-F238E27FC236}">
                <a16:creationId xmlns:a16="http://schemas.microsoft.com/office/drawing/2014/main" id="{12D9C2F1-B871-4F20-CDD7-A0836AA2DC01}"/>
              </a:ext>
            </a:extLst>
          </p:cNvPr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5741" y="5295041"/>
            <a:ext cx="1818599" cy="911307"/>
          </a:xfrm>
          <a:prstGeom prst="rect">
            <a:avLst/>
          </a:prstGeom>
        </p:spPr>
      </p:pic>
      <p:grpSp>
        <p:nvGrpSpPr>
          <p:cNvPr id="24" name="Agrupar 23">
            <a:extLst>
              <a:ext uri="{FF2B5EF4-FFF2-40B4-BE49-F238E27FC236}">
                <a16:creationId xmlns:a16="http://schemas.microsoft.com/office/drawing/2014/main" id="{C8EB3B63-2EDD-070C-904A-D759900374A8}"/>
              </a:ext>
            </a:extLst>
          </p:cNvPr>
          <p:cNvGrpSpPr/>
          <p:nvPr userDrawn="1"/>
        </p:nvGrpSpPr>
        <p:grpSpPr>
          <a:xfrm>
            <a:off x="-3914223" y="4617520"/>
            <a:ext cx="5778709" cy="3689325"/>
            <a:chOff x="-3902111" y="4617520"/>
            <a:chExt cx="5778709" cy="3689325"/>
          </a:xfrm>
        </p:grpSpPr>
        <p:grpSp>
          <p:nvGrpSpPr>
            <p:cNvPr id="18" name="Agrupar 17">
              <a:extLst>
                <a:ext uri="{FF2B5EF4-FFF2-40B4-BE49-F238E27FC236}">
                  <a16:creationId xmlns:a16="http://schemas.microsoft.com/office/drawing/2014/main" id="{9B6AE62F-7A76-179C-6507-DEAEAFB85FD9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14" name="Pentágono 13">
                <a:extLst>
                  <a:ext uri="{FF2B5EF4-FFF2-40B4-BE49-F238E27FC236}">
                    <a16:creationId xmlns:a16="http://schemas.microsoft.com/office/drawing/2014/main" id="{D2D94C6D-F340-5341-A125-6CD4FEC526D1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15" name="Pentágono 14">
                <a:extLst>
                  <a:ext uri="{FF2B5EF4-FFF2-40B4-BE49-F238E27FC236}">
                    <a16:creationId xmlns:a16="http://schemas.microsoft.com/office/drawing/2014/main" id="{5342EE53-62E7-AA02-150A-F910083D94E7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id="{3224142D-3A63-FDA3-C31A-F4CBFB0E9BCC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0" name="Pentágono 13">
                <a:extLst>
                  <a:ext uri="{FF2B5EF4-FFF2-40B4-BE49-F238E27FC236}">
                    <a16:creationId xmlns:a16="http://schemas.microsoft.com/office/drawing/2014/main" id="{AC5B394E-0963-41B5-9320-6C30AE13BC1E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1" name="Pentágono 14">
                <a:extLst>
                  <a:ext uri="{FF2B5EF4-FFF2-40B4-BE49-F238E27FC236}">
                    <a16:creationId xmlns:a16="http://schemas.microsoft.com/office/drawing/2014/main" id="{02B775BA-E717-E9CB-A762-4F1359B9C53F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grpSp>
        <p:nvGrpSpPr>
          <p:cNvPr id="25" name="Agrupar 24">
            <a:extLst>
              <a:ext uri="{FF2B5EF4-FFF2-40B4-BE49-F238E27FC236}">
                <a16:creationId xmlns:a16="http://schemas.microsoft.com/office/drawing/2014/main" id="{76F4B30C-DE79-DC4E-843E-3DE2A36297C0}"/>
              </a:ext>
            </a:extLst>
          </p:cNvPr>
          <p:cNvGrpSpPr/>
          <p:nvPr userDrawn="1"/>
        </p:nvGrpSpPr>
        <p:grpSpPr>
          <a:xfrm rot="9924022">
            <a:off x="10246535" y="-795204"/>
            <a:ext cx="5778709" cy="3689325"/>
            <a:chOff x="-3902111" y="4617520"/>
            <a:chExt cx="5778709" cy="3689325"/>
          </a:xfrm>
        </p:grpSpPr>
        <p:grpSp>
          <p:nvGrpSpPr>
            <p:cNvPr id="26" name="Agrupar 25">
              <a:extLst>
                <a:ext uri="{FF2B5EF4-FFF2-40B4-BE49-F238E27FC236}">
                  <a16:creationId xmlns:a16="http://schemas.microsoft.com/office/drawing/2014/main" id="{64AECDCC-B9BF-E645-0CBE-DF7AD4DB44D8}"/>
                </a:ext>
              </a:extLst>
            </p:cNvPr>
            <p:cNvGrpSpPr/>
            <p:nvPr/>
          </p:nvGrpSpPr>
          <p:grpSpPr>
            <a:xfrm rot="20643841">
              <a:off x="-3551876" y="5996869"/>
              <a:ext cx="5428474" cy="2309976"/>
              <a:chOff x="1035633" y="3041947"/>
              <a:chExt cx="5428474" cy="2309976"/>
            </a:xfrm>
          </p:grpSpPr>
          <p:sp>
            <p:nvSpPr>
              <p:cNvPr id="30" name="Pentágono 13">
                <a:extLst>
                  <a:ext uri="{FF2B5EF4-FFF2-40B4-BE49-F238E27FC236}">
                    <a16:creationId xmlns:a16="http://schemas.microsoft.com/office/drawing/2014/main" id="{A3D37FAB-B5DA-32AF-A4B0-46442C14A23D}"/>
                  </a:ext>
                </a:extLst>
              </p:cNvPr>
              <p:cNvSpPr/>
              <p:nvPr/>
            </p:nvSpPr>
            <p:spPr>
              <a:xfrm rot="747884">
                <a:off x="2077056" y="3070000"/>
                <a:ext cx="4387051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rgbClr val="FF0000"/>
              </a:solidFill>
              <a:ln>
                <a:solidFill>
                  <a:srgbClr val="FF0000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31" name="Pentágono 14">
                <a:extLst>
                  <a:ext uri="{FF2B5EF4-FFF2-40B4-BE49-F238E27FC236}">
                    <a16:creationId xmlns:a16="http://schemas.microsoft.com/office/drawing/2014/main" id="{66E12809-8593-8817-705E-E0D0224D3B9B}"/>
                  </a:ext>
                </a:extLst>
              </p:cNvPr>
              <p:cNvSpPr/>
              <p:nvPr/>
            </p:nvSpPr>
            <p:spPr>
              <a:xfrm rot="747884">
                <a:off x="1035633" y="3041947"/>
                <a:ext cx="4351572" cy="2281923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rgbClr val="C00000"/>
              </a:solidFill>
              <a:ln>
                <a:solidFill>
                  <a:srgbClr val="C00000"/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  <p:grpSp>
          <p:nvGrpSpPr>
            <p:cNvPr id="27" name="Agrupar 26">
              <a:extLst>
                <a:ext uri="{FF2B5EF4-FFF2-40B4-BE49-F238E27FC236}">
                  <a16:creationId xmlns:a16="http://schemas.microsoft.com/office/drawing/2014/main" id="{5C299831-5114-56DA-DDCF-BB02D233E483}"/>
                </a:ext>
              </a:extLst>
            </p:cNvPr>
            <p:cNvGrpSpPr/>
            <p:nvPr/>
          </p:nvGrpSpPr>
          <p:grpSpPr>
            <a:xfrm rot="20643841">
              <a:off x="-3902111" y="4617520"/>
              <a:ext cx="5428310" cy="2303762"/>
              <a:chOff x="1060962" y="1614555"/>
              <a:chExt cx="5428310" cy="2303762"/>
            </a:xfrm>
          </p:grpSpPr>
          <p:sp>
            <p:nvSpPr>
              <p:cNvPr id="28" name="Pentágono 13">
                <a:extLst>
                  <a:ext uri="{FF2B5EF4-FFF2-40B4-BE49-F238E27FC236}">
                    <a16:creationId xmlns:a16="http://schemas.microsoft.com/office/drawing/2014/main" id="{FA4B0291-D73A-F4F7-5B61-6C8695B6EB72}"/>
                  </a:ext>
                </a:extLst>
              </p:cNvPr>
              <p:cNvSpPr/>
              <p:nvPr/>
            </p:nvSpPr>
            <p:spPr>
              <a:xfrm rot="21051576" flipV="1">
                <a:off x="2102221" y="1648112"/>
                <a:ext cx="4387051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649216 w 4658729"/>
                  <a:gd name="connsiteY1" fmla="*/ 373334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87051"/>
                  <a:gd name="connsiteY0" fmla="*/ 808199 h 2281923"/>
                  <a:gd name="connsiteX1" fmla="*/ 2377538 w 4387051"/>
                  <a:gd name="connsiteY1" fmla="*/ 373334 h 2281923"/>
                  <a:gd name="connsiteX2" fmla="*/ 4387051 w 4387051"/>
                  <a:gd name="connsiteY2" fmla="*/ 0 h 2281923"/>
                  <a:gd name="connsiteX3" fmla="*/ 3497313 w 4387051"/>
                  <a:gd name="connsiteY3" fmla="*/ 2281923 h 2281923"/>
                  <a:gd name="connsiteX4" fmla="*/ 618060 w 4387051"/>
                  <a:gd name="connsiteY4" fmla="*/ 2281923 h 2281923"/>
                  <a:gd name="connsiteX5" fmla="*/ 0 w 4387051"/>
                  <a:gd name="connsiteY5" fmla="*/ 808199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87051" h="2281923">
                    <a:moveTo>
                      <a:pt x="0" y="808199"/>
                    </a:moveTo>
                    <a:lnTo>
                      <a:pt x="2377538" y="373334"/>
                    </a:lnTo>
                    <a:lnTo>
                      <a:pt x="4387051" y="0"/>
                    </a:lnTo>
                    <a:lnTo>
                      <a:pt x="3497313" y="2281923"/>
                    </a:lnTo>
                    <a:lnTo>
                      <a:pt x="618060" y="2281923"/>
                    </a:lnTo>
                    <a:lnTo>
                      <a:pt x="0" y="808199"/>
                    </a:lnTo>
                    <a:close/>
                  </a:path>
                </a:pathLst>
              </a:cu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dk1">
                  <a:shade val="15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9" name="Pentágono 14">
                <a:extLst>
                  <a:ext uri="{FF2B5EF4-FFF2-40B4-BE49-F238E27FC236}">
                    <a16:creationId xmlns:a16="http://schemas.microsoft.com/office/drawing/2014/main" id="{EB125698-8A5D-0A1F-BE09-211FCCC6B7B6}"/>
                  </a:ext>
                </a:extLst>
              </p:cNvPr>
              <p:cNvSpPr/>
              <p:nvPr/>
            </p:nvSpPr>
            <p:spPr>
              <a:xfrm rot="21051576" flipV="1">
                <a:off x="1060962" y="1614555"/>
                <a:ext cx="4351572" cy="2270205"/>
              </a:xfrm>
              <a:custGeom>
                <a:avLst/>
                <a:gdLst>
                  <a:gd name="connsiteX0" fmla="*/ 5 w 4658739"/>
                  <a:gd name="connsiteY0" fmla="*/ 1410305 h 3692237"/>
                  <a:gd name="connsiteX1" fmla="*/ 2329370 w 4658739"/>
                  <a:gd name="connsiteY1" fmla="*/ 0 h 3692237"/>
                  <a:gd name="connsiteX2" fmla="*/ 4658734 w 4658739"/>
                  <a:gd name="connsiteY2" fmla="*/ 1410305 h 3692237"/>
                  <a:gd name="connsiteX3" fmla="*/ 3768996 w 4658739"/>
                  <a:gd name="connsiteY3" fmla="*/ 3692228 h 3692237"/>
                  <a:gd name="connsiteX4" fmla="*/ 889743 w 4658739"/>
                  <a:gd name="connsiteY4" fmla="*/ 3692228 h 3692237"/>
                  <a:gd name="connsiteX5" fmla="*/ 5 w 4658739"/>
                  <a:gd name="connsiteY5" fmla="*/ 1410305 h 3692237"/>
                  <a:gd name="connsiteX0" fmla="*/ 0 w 4658729"/>
                  <a:gd name="connsiteY0" fmla="*/ 0 h 2281923"/>
                  <a:gd name="connsiteX1" fmla="*/ 2239297 w 4658729"/>
                  <a:gd name="connsiteY1" fmla="*/ 426735 h 2281923"/>
                  <a:gd name="connsiteX2" fmla="*/ 4658729 w 4658729"/>
                  <a:gd name="connsiteY2" fmla="*/ 0 h 2281923"/>
                  <a:gd name="connsiteX3" fmla="*/ 3768991 w 4658729"/>
                  <a:gd name="connsiteY3" fmla="*/ 2281923 h 2281923"/>
                  <a:gd name="connsiteX4" fmla="*/ 889738 w 4658729"/>
                  <a:gd name="connsiteY4" fmla="*/ 2281923 h 2281923"/>
                  <a:gd name="connsiteX5" fmla="*/ 0 w 4658729"/>
                  <a:gd name="connsiteY5" fmla="*/ 0 h 2281923"/>
                  <a:gd name="connsiteX0" fmla="*/ 0 w 4351572"/>
                  <a:gd name="connsiteY0" fmla="*/ 800357 h 2281923"/>
                  <a:gd name="connsiteX1" fmla="*/ 1932140 w 4351572"/>
                  <a:gd name="connsiteY1" fmla="*/ 426735 h 2281923"/>
                  <a:gd name="connsiteX2" fmla="*/ 4351572 w 4351572"/>
                  <a:gd name="connsiteY2" fmla="*/ 0 h 2281923"/>
                  <a:gd name="connsiteX3" fmla="*/ 3461834 w 4351572"/>
                  <a:gd name="connsiteY3" fmla="*/ 2281923 h 2281923"/>
                  <a:gd name="connsiteX4" fmla="*/ 582581 w 4351572"/>
                  <a:gd name="connsiteY4" fmla="*/ 2281923 h 2281923"/>
                  <a:gd name="connsiteX5" fmla="*/ 0 w 4351572"/>
                  <a:gd name="connsiteY5" fmla="*/ 800357 h 228192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</a:cxnLst>
                <a:rect l="l" t="t" r="r" b="b"/>
                <a:pathLst>
                  <a:path w="4351572" h="2281923">
                    <a:moveTo>
                      <a:pt x="0" y="800357"/>
                    </a:moveTo>
                    <a:lnTo>
                      <a:pt x="1932140" y="426735"/>
                    </a:lnTo>
                    <a:lnTo>
                      <a:pt x="4351572" y="0"/>
                    </a:lnTo>
                    <a:lnTo>
                      <a:pt x="3461834" y="2281923"/>
                    </a:lnTo>
                    <a:lnTo>
                      <a:pt x="582581" y="2281923"/>
                    </a:lnTo>
                    <a:lnTo>
                      <a:pt x="0" y="800357"/>
                    </a:lnTo>
                    <a:close/>
                  </a:path>
                </a:pathLst>
              </a:custGeom>
              <a:solidFill>
                <a:schemeClr val="tx1">
                  <a:lumMod val="75000"/>
                  <a:lumOff val="25000"/>
                </a:schemeClr>
              </a:solidFill>
              <a:ln>
                <a:solidFill>
                  <a:schemeClr val="tx1">
                    <a:lumMod val="75000"/>
                    <a:lumOff val="25000"/>
                  </a:schemeClr>
                </a:solidFill>
              </a:ln>
            </p:spPr>
            <p:style>
              <a:lnRef idx="2">
                <a:schemeClr val="accent3">
                  <a:shade val="15000"/>
                </a:schemeClr>
              </a:lnRef>
              <a:fillRef idx="1">
                <a:schemeClr val="accent3"/>
              </a:fillRef>
              <a:effectRef idx="0">
                <a:schemeClr val="accent3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</p:grpSp>
      </p:grpSp>
      <p:pic>
        <p:nvPicPr>
          <p:cNvPr id="3" name="Imagem 2">
            <a:extLst>
              <a:ext uri="{FF2B5EF4-FFF2-40B4-BE49-F238E27FC236}">
                <a16:creationId xmlns:a16="http://schemas.microsoft.com/office/drawing/2014/main" id="{F40C9E7D-A42E-1EFB-56F3-458E39C7CB5F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duotone>
              <a:schemeClr val="accent5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904649" y="5217453"/>
            <a:ext cx="3009900" cy="1190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9446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med">
    <p:fade/>
  </p:transition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aixaDeTexto 4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600" dirty="0">
                <a:latin typeface="Arial Rounded MT Bold" panose="020F0704030504030204" pitchFamily="34" charset="0"/>
              </a:rPr>
              <a:t>para os devidos fins que </a:t>
            </a:r>
            <a:r>
              <a:rPr lang="pt-BR" sz="1600" dirty="0">
                <a:solidFill>
                  <a:schemeClr val="accent1">
                    <a:lumMod val="75000"/>
                  </a:schemeClr>
                </a:solidFill>
                <a:latin typeface="Arial Rounded MT Bold" panose="020F0704030504030204" pitchFamily="34" charset="0"/>
              </a:rPr>
              <a:t>{NOME}</a:t>
            </a:r>
            <a:r>
              <a:rPr lang="pt-BR" sz="1600" dirty="0">
                <a:latin typeface="Arial Rounded MT Bold" panose="020F0704030504030204" pitchFamily="34" charset="0"/>
              </a:rPr>
              <a:t>, participou da Capacitação em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“{CAPACITACAO}”</a:t>
            </a:r>
            <a:r>
              <a:rPr lang="pt-BR" sz="1600" dirty="0">
                <a:latin typeface="Arial Rounded MT Bold" panose="020F0704030504030204" pitchFamily="34" charset="0"/>
              </a:rPr>
              <a:t>, durante a </a:t>
            </a:r>
            <a:r>
              <a:rPr lang="pt-BR" sz="1600" dirty="0">
                <a:solidFill>
                  <a:srgbClr val="0070C0"/>
                </a:solidFill>
                <a:latin typeface="Arial Rounded MT Bold" panose="020F0704030504030204" pitchFamily="34" charset="0"/>
              </a:rPr>
              <a:t>“{EVENTO}”</a:t>
            </a:r>
            <a:r>
              <a:rPr lang="pt-BR" sz="1600" dirty="0">
                <a:latin typeface="Arial Rounded MT Bold" panose="020F0704030504030204" pitchFamily="34" charset="0"/>
              </a:rPr>
              <a:t>, da Fatec Matão “Luiz Marchesan”, no dia {DIA} de </a:t>
            </a:r>
            <a:r>
              <a:rPr lang="pt-BR" sz="1600">
                <a:latin typeface="Arial Rounded MT Bold" panose="020F0704030504030204" pitchFamily="34" charset="0"/>
              </a:rPr>
              <a:t>{MES</a:t>
            </a:r>
            <a:r>
              <a:rPr lang="pt-BR" sz="1600" dirty="0">
                <a:latin typeface="Arial Rounded MT Bold" panose="020F0704030504030204" pitchFamily="34" charset="0"/>
              </a:rPr>
              <a:t>} de {ANO</a:t>
            </a:r>
            <a:r>
              <a:rPr lang="pt-BR" sz="1600">
                <a:latin typeface="Arial Rounded MT Bold" panose="020F0704030504030204" pitchFamily="34" charset="0"/>
              </a:rPr>
              <a:t>}, totalizando </a:t>
            </a:r>
            <a:r>
              <a:rPr lang="pt-BR" sz="1600" dirty="0">
                <a:latin typeface="Arial Rounded MT Bold" panose="020F0704030504030204" pitchFamily="34" charset="0"/>
              </a:rPr>
              <a:t>{HORAS} horas.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id="{2F672304-72A9-9CCF-F366-97FC605DDA18}"/>
              </a:ext>
            </a:extLst>
          </p:cNvPr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1600" dirty="0">
                <a:latin typeface="Arial Rounded MT Bold" panose="020F0704030504030204" pitchFamily="34" charset="0"/>
              </a:rPr>
              <a:t>Matão, 03 de outubro de 2025.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58667041"/>
      </p:ext>
    </p:extLst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69159" y="2924305"/>
            <a:ext cx="10315587" cy="115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v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q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JAQUELINE PEREIRA DA SILVA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p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ç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INTRODUÇÃO AO PROCESSADOR DE TEXTOS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70C0"/>
                </a:solidFill>
                <a:latin typeface="Arial Rounded MT Bold"/>
              </a:rPr>
              <a:t>I TECH WEEKEND LABS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F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“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c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”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6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l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i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z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n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h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s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66072" y="4321921"/>
            <a:ext cx="381867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r>
              <a:rPr sz="1600">
                <a:solidFill>
                  <a:srgbClr val="000000"/>
                </a:solidFill>
                <a:latin typeface="Arial Rounded MT Bold"/>
              </a:rPr>
              <a:t>M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a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ã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,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3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t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u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b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r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o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d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e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 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0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2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5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.</a:t>
            </a:r>
            <a:r>
              <a:rPr sz="1600">
                <a:solidFill>
                  <a:srgbClr val="000000"/>
                </a:solidFill>
                <a:latin typeface="Arial Rounded MT Bold"/>
              </a:rPr>
              <a:t>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545</TotalTime>
  <Words>54</Words>
  <Application>Microsoft Office PowerPoint</Application>
  <PresentationFormat>Widescreen</PresentationFormat>
  <Paragraphs>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Arial</vt:lpstr>
      <vt:lpstr>Arial Rounded MT Bold</vt:lpstr>
      <vt:lpstr>Calibri</vt:lpstr>
      <vt:lpstr>Rockwell Extra Bold</vt:lpstr>
      <vt:lpstr>Tema do Office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Reunião Ordinária da Comissão de Implantação</dc:title>
  <dc:creator>ANGELITA GASPAROTTO</dc:creator>
  <cp:lastModifiedBy>Douglas Ribeiro</cp:lastModifiedBy>
  <cp:revision>112</cp:revision>
  <cp:lastPrinted>2024-04-02T16:53:08Z</cp:lastPrinted>
  <dcterms:created xsi:type="dcterms:W3CDTF">2020-12-18T18:22:31Z</dcterms:created>
  <dcterms:modified xsi:type="dcterms:W3CDTF">2025-10-03T22:24:57Z</dcterms:modified>
</cp:coreProperties>
</file>