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VICTOR HUGO CAETANO LOURENÇO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SEGURANÇA NA INTERNET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