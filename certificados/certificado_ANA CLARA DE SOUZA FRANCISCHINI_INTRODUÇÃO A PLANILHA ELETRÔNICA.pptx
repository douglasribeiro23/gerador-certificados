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media/image2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"/>
  </p:notesMasterIdLst>
  <p:sldIdLst>
    <p:sldId id="271" r:id="rId9"/>
  </p:sldIdLst>
  <p:sldSz cx="12192000" cy="6858000"/>
  <p:notesSz cx="6889750" cy="10021888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ITA GASPAROTTO" initials="AG" lastIdx="1" clrIdx="0">
    <p:extLst>
      <p:ext uri="{19B8F6BF-5375-455C-9EA6-DF929625EA0E}">
        <p15:presenceInfo xmlns:p15="http://schemas.microsoft.com/office/powerpoint/2012/main" userId="S::angelita.gasparotto@fatec.sp.gov.br::646e8431-711c-47ff-bca7-94d553cbbb1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Estilo Claro 1 - Ênfase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Estilo Mé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27102A9-8310-4765-A935-A1911B00CA55}" styleName="Estilo Claro 1 - Ênfase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94706" autoAdjust="0"/>
  </p:normalViewPr>
  <p:slideViewPr>
    <p:cSldViewPr snapToGrid="0">
      <p:cViewPr varScale="1">
        <p:scale>
          <a:sx n="111" d="100"/>
          <a:sy n="111" d="100"/>
        </p:scale>
        <p:origin x="876" y="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commentAuthors" Target="commentAuthors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902597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r">
              <a:defRPr sz="1300"/>
            </a:lvl1pPr>
          </a:lstStyle>
          <a:p>
            <a:fld id="{7789CC68-7783-4216-8B1C-7360D836DAEA}" type="datetimeFigureOut">
              <a:rPr lang="pt-BR" smtClean="0"/>
              <a:t>03/10/2025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3450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34" tIns="48317" rIns="96634" bIns="48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8975" y="4823034"/>
            <a:ext cx="5511800" cy="3946118"/>
          </a:xfrm>
          <a:prstGeom prst="rect">
            <a:avLst/>
          </a:prstGeom>
        </p:spPr>
        <p:txBody>
          <a:bodyPr vert="horz" lIns="96634" tIns="48317" rIns="96634" bIns="48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902597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r">
              <a:defRPr sz="1300"/>
            </a:lvl1pPr>
          </a:lstStyle>
          <a:p>
            <a:fld id="{1DB4C997-BA67-426A-A1DE-9CE47A7703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002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5725769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77DD848-140A-4E1C-8B30-25BB20B32E5E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9799178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9E52E9-C740-4B44-8D4B-DF610B07A8AB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9725710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B855D1A-AAEE-4623-A355-E180DF0ACAF6}" type="datetime1">
              <a:rPr lang="pt-BR" smtClean="0"/>
              <a:t>03/10/2025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76881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8B122-AE37-4933-83BD-7672A3911BF5}" type="datetime1">
              <a:rPr lang="pt-BR" smtClean="0"/>
              <a:t>03/10/2025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1731045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9826A6F-F912-4D7B-B19E-C42F8E3B9418}" type="datetime1">
              <a:rPr lang="pt-BR" smtClean="0"/>
              <a:t>03/10/2025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7498962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1622FD-6500-48C9-8B1B-386DE0427797}" type="datetime1">
              <a:rPr lang="pt-BR" smtClean="0"/>
              <a:t>03/10/2025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911015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E322291-B883-4AB2-9EB6-2A122BB5783F}" type="datetime1">
              <a:rPr lang="pt-BR" smtClean="0"/>
              <a:t>03/10/2025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7050892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927DD19-ADFD-4D07-BDEF-DDBFBAF3EDFA}" type="datetime1">
              <a:rPr lang="pt-BR" smtClean="0"/>
              <a:t>03/10/2025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253562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41DF989-28E5-49E4-9B16-B2DECF366824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1990232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02A9EA4-2202-4F43-8FDC-B9C7160AAF1A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9067203"/>
      </p:ext>
    </p:extLst>
  </p:cSld>
  <p:clrMapOvr>
    <a:masterClrMapping/>
  </p:clrMapOvr>
  <p:transition spd="med">
    <p:fade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svg"/><Relationship Id="rId15" Type="http://schemas.openxmlformats.org/officeDocument/2006/relationships/image" Target="../media/image3.png"/><Relationship Id="rId16" Type="http://schemas.openxmlformats.org/officeDocument/2006/relationships/image" Target="../media/image4.svg"/><Relationship Id="rId17" Type="http://schemas.openxmlformats.org/officeDocument/2006/relationships/image" Target="../media/image5.png"/><Relationship Id="rId18" Type="http://schemas.openxmlformats.org/officeDocument/2006/relationships/image" Target="../media/image6.png"/><Relationship Id="rId19" Type="http://schemas.openxmlformats.org/officeDocument/2006/relationships/image" Target="../media/image7.png"/><Relationship Id="rId20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 userDrawn="1"/>
        </p:nvSpPr>
        <p:spPr>
          <a:xfrm>
            <a:off x="4034313" y="1710615"/>
            <a:ext cx="412337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CERTIFICAMOS</a:t>
            </a:r>
          </a:p>
        </p:txBody>
      </p:sp>
      <p:graphicFrame>
        <p:nvGraphicFramePr>
          <p:cNvPr id="11" name="Tabela 10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038476096"/>
              </p:ext>
            </p:extLst>
          </p:nvPr>
        </p:nvGraphicFramePr>
        <p:xfrm>
          <a:off x="1496658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Coordenação de Curso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graphicFrame>
        <p:nvGraphicFramePr>
          <p:cNvPr id="32" name="Tabela 31">
            <a:extLst>
              <a:ext uri="{FF2B5EF4-FFF2-40B4-BE49-F238E27FC236}">
                <a16:creationId xmlns:a16="http://schemas.microsoft.com/office/drawing/2014/main" id="{DC0E50BF-3455-FD43-8520-2C56AEA1F9B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79399922"/>
              </p:ext>
            </p:extLst>
          </p:nvPr>
        </p:nvGraphicFramePr>
        <p:xfrm>
          <a:off x="5505424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Direção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pic>
        <p:nvPicPr>
          <p:cNvPr id="34" name="Gráfico 33">
            <a:extLst>
              <a:ext uri="{FF2B5EF4-FFF2-40B4-BE49-F238E27FC236}">
                <a16:creationId xmlns:a16="http://schemas.microsoft.com/office/drawing/2014/main" id="{D48B203D-76A0-E57B-E43F-95244DF9C96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69558" y="170759"/>
            <a:ext cx="1814532" cy="946279"/>
          </a:xfrm>
          <a:prstGeom prst="rect">
            <a:avLst/>
          </a:prstGeom>
        </p:spPr>
      </p:pic>
      <p:pic>
        <p:nvPicPr>
          <p:cNvPr id="36" name="Gráfico 35">
            <a:extLst>
              <a:ext uri="{FF2B5EF4-FFF2-40B4-BE49-F238E27FC236}">
                <a16:creationId xmlns:a16="http://schemas.microsoft.com/office/drawing/2014/main" id="{A006E6DA-8DFA-DA73-81EE-8A8BE8D88A0A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482775" y="170759"/>
            <a:ext cx="1443572" cy="947705"/>
          </a:xfrm>
          <a:prstGeom prst="rect">
            <a:avLst/>
          </a:prstGeom>
        </p:spPr>
      </p:pic>
      <p:pic>
        <p:nvPicPr>
          <p:cNvPr id="39" name="Imagem 38">
            <a:extLst>
              <a:ext uri="{FF2B5EF4-FFF2-40B4-BE49-F238E27FC236}">
                <a16:creationId xmlns:a16="http://schemas.microsoft.com/office/drawing/2014/main" id="{F90CAB57-300F-90CD-D480-319FB64C4388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10791530" y="5415389"/>
            <a:ext cx="1244093" cy="1222917"/>
          </a:xfrm>
          <a:prstGeom prst="rect">
            <a:avLst/>
          </a:prstGeom>
        </p:spPr>
      </p:pic>
      <p:pic>
        <p:nvPicPr>
          <p:cNvPr id="8" name="Imagem 7" descr="Círculo&#10;&#10;O conteúdo gerado por IA pode estar incorreto.">
            <a:extLst>
              <a:ext uri="{FF2B5EF4-FFF2-40B4-BE49-F238E27FC236}">
                <a16:creationId xmlns:a16="http://schemas.microsoft.com/office/drawing/2014/main" id="{12D9C2F1-B871-4F20-CDD7-A0836AA2DC01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5741" y="5295041"/>
            <a:ext cx="1818599" cy="911307"/>
          </a:xfrm>
          <a:prstGeom prst="rect">
            <a:avLst/>
          </a:prstGeom>
        </p:spPr>
      </p:pic>
      <p:grpSp>
        <p:nvGrpSpPr>
          <p:cNvPr id="24" name="Agrupar 23">
            <a:extLst>
              <a:ext uri="{FF2B5EF4-FFF2-40B4-BE49-F238E27FC236}">
                <a16:creationId xmlns:a16="http://schemas.microsoft.com/office/drawing/2014/main" id="{C8EB3B63-2EDD-070C-904A-D759900374A8}"/>
              </a:ext>
            </a:extLst>
          </p:cNvPr>
          <p:cNvGrpSpPr/>
          <p:nvPr userDrawn="1"/>
        </p:nvGrpSpPr>
        <p:grpSpPr>
          <a:xfrm>
            <a:off x="-3914223" y="4617520"/>
            <a:ext cx="5778709" cy="3689325"/>
            <a:chOff x="-3902111" y="4617520"/>
            <a:chExt cx="5778709" cy="3689325"/>
          </a:xfrm>
        </p:grpSpPr>
        <p:grpSp>
          <p:nvGrpSpPr>
            <p:cNvPr id="18" name="Agrupar 17">
              <a:extLst>
                <a:ext uri="{FF2B5EF4-FFF2-40B4-BE49-F238E27FC236}">
                  <a16:creationId xmlns:a16="http://schemas.microsoft.com/office/drawing/2014/main" id="{9B6AE62F-7A76-179C-6507-DEAEAFB85FD9}"/>
                </a:ext>
              </a:extLst>
            </p:cNvPr>
            <p:cNvGrpSpPr/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14" name="Pentágono 13">
                <a:extLst>
                  <a:ext uri="{FF2B5EF4-FFF2-40B4-BE49-F238E27FC236}">
                    <a16:creationId xmlns:a16="http://schemas.microsoft.com/office/drawing/2014/main" id="{D2D94C6D-F340-5341-A125-6CD4FEC526D1}"/>
                  </a:ext>
                </a:extLst>
              </p:cNvPr>
              <p:cNvSpPr/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5" name="Pentágono 14">
                <a:extLst>
                  <a:ext uri="{FF2B5EF4-FFF2-40B4-BE49-F238E27FC236}">
                    <a16:creationId xmlns:a16="http://schemas.microsoft.com/office/drawing/2014/main" id="{5342EE53-62E7-AA02-150A-F910083D94E7}"/>
                  </a:ext>
                </a:extLst>
              </p:cNvPr>
              <p:cNvSpPr/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2" name="Agrupar 21">
              <a:extLst>
                <a:ext uri="{FF2B5EF4-FFF2-40B4-BE49-F238E27FC236}">
                  <a16:creationId xmlns:a16="http://schemas.microsoft.com/office/drawing/2014/main" id="{3224142D-3A63-FDA3-C31A-F4CBFB0E9BCC}"/>
                </a:ext>
              </a:extLst>
            </p:cNvPr>
            <p:cNvGrpSpPr/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0" name="Pentágono 13">
                <a:extLst>
                  <a:ext uri="{FF2B5EF4-FFF2-40B4-BE49-F238E27FC236}">
                    <a16:creationId xmlns:a16="http://schemas.microsoft.com/office/drawing/2014/main" id="{AC5B394E-0963-41B5-9320-6C30AE13BC1E}"/>
                  </a:ext>
                </a:extLst>
              </p:cNvPr>
              <p:cNvSpPr/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1" name="Pentágono 14">
                <a:extLst>
                  <a:ext uri="{FF2B5EF4-FFF2-40B4-BE49-F238E27FC236}">
                    <a16:creationId xmlns:a16="http://schemas.microsoft.com/office/drawing/2014/main" id="{02B775BA-E717-E9CB-A762-4F1359B9C53F}"/>
                  </a:ext>
                </a:extLst>
              </p:cNvPr>
              <p:cNvSpPr/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6F4B30C-DE79-DC4E-843E-3DE2A36297C0}"/>
              </a:ext>
            </a:extLst>
          </p:cNvPr>
          <p:cNvGrpSpPr/>
          <p:nvPr userDrawn="1"/>
        </p:nvGrpSpPr>
        <p:grpSpPr>
          <a:xfrm rot="9924022">
            <a:off x="10246535" y="-795204"/>
            <a:ext cx="5778709" cy="3689325"/>
            <a:chOff x="-3902111" y="4617520"/>
            <a:chExt cx="5778709" cy="3689325"/>
          </a:xfrm>
        </p:grpSpPr>
        <p:grpSp>
          <p:nvGrpSpPr>
            <p:cNvPr id="26" name="Agrupar 25">
              <a:extLst>
                <a:ext uri="{FF2B5EF4-FFF2-40B4-BE49-F238E27FC236}">
                  <a16:creationId xmlns:a16="http://schemas.microsoft.com/office/drawing/2014/main" id="{64AECDCC-B9BF-E645-0CBE-DF7AD4DB44D8}"/>
                </a:ext>
              </a:extLst>
            </p:cNvPr>
            <p:cNvGrpSpPr/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30" name="Pentágono 13">
                <a:extLst>
                  <a:ext uri="{FF2B5EF4-FFF2-40B4-BE49-F238E27FC236}">
                    <a16:creationId xmlns:a16="http://schemas.microsoft.com/office/drawing/2014/main" id="{A3D37FAB-B5DA-32AF-A4B0-46442C14A23D}"/>
                  </a:ext>
                </a:extLst>
              </p:cNvPr>
              <p:cNvSpPr/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1" name="Pentágono 14">
                <a:extLst>
                  <a:ext uri="{FF2B5EF4-FFF2-40B4-BE49-F238E27FC236}">
                    <a16:creationId xmlns:a16="http://schemas.microsoft.com/office/drawing/2014/main" id="{66E12809-8593-8817-705E-E0D0224D3B9B}"/>
                  </a:ext>
                </a:extLst>
              </p:cNvPr>
              <p:cNvSpPr/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5C299831-5114-56DA-DDCF-BB02D233E483}"/>
                </a:ext>
              </a:extLst>
            </p:cNvPr>
            <p:cNvGrpSpPr/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8" name="Pentágono 13">
                <a:extLst>
                  <a:ext uri="{FF2B5EF4-FFF2-40B4-BE49-F238E27FC236}">
                    <a16:creationId xmlns:a16="http://schemas.microsoft.com/office/drawing/2014/main" id="{FA4B0291-D73A-F4F7-5B61-6C8695B6EB72}"/>
                  </a:ext>
                </a:extLst>
              </p:cNvPr>
              <p:cNvSpPr/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9" name="Pentágono 14">
                <a:extLst>
                  <a:ext uri="{FF2B5EF4-FFF2-40B4-BE49-F238E27FC236}">
                    <a16:creationId xmlns:a16="http://schemas.microsoft.com/office/drawing/2014/main" id="{EB125698-8A5D-0A1F-BE09-211FCCC6B7B6}"/>
                  </a:ext>
                </a:extLst>
              </p:cNvPr>
              <p:cNvSpPr/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pic>
        <p:nvPicPr>
          <p:cNvPr id="3" name="Imagem 2">
            <a:extLst>
              <a:ext uri="{FF2B5EF4-FFF2-40B4-BE49-F238E27FC236}">
                <a16:creationId xmlns:a16="http://schemas.microsoft.com/office/drawing/2014/main" id="{F40C9E7D-A42E-1EFB-56F3-458E39C7CB5F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04649" y="5217453"/>
            <a:ext cx="3009900" cy="119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44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fad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dirty="0">
                <a:latin typeface="Arial Rounded MT Bold" panose="020F0704030504030204" pitchFamily="34" charset="0"/>
              </a:rPr>
              <a:t>para os devidos fins que </a:t>
            </a:r>
            <a:r>
              <a:rPr lang="pt-BR" sz="16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{NOME}</a:t>
            </a:r>
            <a:r>
              <a:rPr lang="pt-BR" sz="1600" dirty="0">
                <a:latin typeface="Arial Rounded MT Bold" panose="020F0704030504030204" pitchFamily="34" charset="0"/>
              </a:rPr>
              <a:t>, participou da Capacitação em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“{CAPACITACAO}”</a:t>
            </a:r>
            <a:r>
              <a:rPr lang="pt-BR" sz="1600" dirty="0">
                <a:latin typeface="Arial Rounded MT Bold" panose="020F0704030504030204" pitchFamily="34" charset="0"/>
              </a:rPr>
              <a:t>, durante a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“{EVENTO}”</a:t>
            </a:r>
            <a:r>
              <a:rPr lang="pt-BR" sz="1600" dirty="0">
                <a:latin typeface="Arial Rounded MT Bold" panose="020F0704030504030204" pitchFamily="34" charset="0"/>
              </a:rPr>
              <a:t>, da Fatec Matão “Luiz Marchesan”, no dia {DIA} de </a:t>
            </a:r>
            <a:r>
              <a:rPr lang="pt-BR" sz="1600">
                <a:latin typeface="Arial Rounded MT Bold" panose="020F0704030504030204" pitchFamily="34" charset="0"/>
              </a:rPr>
              <a:t>{MES</a:t>
            </a:r>
            <a:r>
              <a:rPr lang="pt-BR" sz="1600" dirty="0">
                <a:latin typeface="Arial Rounded MT Bold" panose="020F0704030504030204" pitchFamily="34" charset="0"/>
              </a:rPr>
              <a:t>} de {ANO</a:t>
            </a:r>
            <a:r>
              <a:rPr lang="pt-BR" sz="1600">
                <a:latin typeface="Arial Rounded MT Bold" panose="020F0704030504030204" pitchFamily="34" charset="0"/>
              </a:rPr>
              <a:t>}, totalizando </a:t>
            </a:r>
            <a:r>
              <a:rPr lang="pt-BR" sz="1600" dirty="0">
                <a:latin typeface="Arial Rounded MT Bold" panose="020F0704030504030204" pitchFamily="34" charset="0"/>
              </a:rPr>
              <a:t>{HORAS} horas.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2F672304-72A9-9CCF-F366-97FC605DDA18}"/>
              </a:ext>
            </a:extLst>
          </p:cNvPr>
          <p:cNvSpPr txBox="1"/>
          <p:nvPr/>
        </p:nvSpPr>
        <p:spPr>
          <a:xfrm>
            <a:off x="7366072" y="4321921"/>
            <a:ext cx="38186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600" dirty="0">
                <a:latin typeface="Arial Rounded MT Bold" panose="020F0704030504030204" pitchFamily="34" charset="0"/>
              </a:rPr>
              <a:t>Matão, 03 de outubro de 2025.</a:t>
            </a:r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58667041"/>
      </p:ext>
    </p:extLst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v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q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ANA CLARA DE SOUZA FRANCISCHINI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ç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INTRODUÇÃO A PLANILHA ELETRÔNICA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 TECH WEEKEND LABS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1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3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66072" y="4321921"/>
            <a:ext cx="38186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3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545</TotalTime>
  <Words>54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Arial Rounded MT Bold</vt:lpstr>
      <vt:lpstr>Calibri</vt:lpstr>
      <vt:lpstr>Rockwell Extra Bold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Reunião Ordinária da Comissão de Implantação</dc:title>
  <dc:creator>ANGELITA GASPAROTTO</dc:creator>
  <cp:lastModifiedBy>Douglas Ribeiro</cp:lastModifiedBy>
  <cp:revision>112</cp:revision>
  <cp:lastPrinted>2024-04-02T16:53:08Z</cp:lastPrinted>
  <dcterms:created xsi:type="dcterms:W3CDTF">2020-12-18T18:22:31Z</dcterms:created>
  <dcterms:modified xsi:type="dcterms:W3CDTF">2025-10-03T22:24:57Z</dcterms:modified>
</cp:coreProperties>
</file>