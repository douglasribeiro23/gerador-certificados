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EDSON A.S. DE A. NASCIMENTO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PLANILHA ELETRÔNICA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