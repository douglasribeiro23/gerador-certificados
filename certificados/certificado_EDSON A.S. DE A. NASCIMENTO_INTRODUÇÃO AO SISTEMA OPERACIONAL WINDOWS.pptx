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1" r:id="rId9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7DD848-140A-4E1C-8B30-25BB20B32E5E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9E52E9-C740-4B44-8D4B-DF610B07A8AB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855D1A-AAEE-4623-A355-E180DF0ACAF6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8B122-AE37-4933-83BD-7672A3911BF5}" type="datetime1">
              <a:rPr lang="pt-BR" smtClean="0"/>
              <a:t>03/10/2025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826A6F-F912-4D7B-B19E-C42F8E3B9418}" type="datetime1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1622FD-6500-48C9-8B1B-386DE0427797}" type="datetime1">
              <a:rPr lang="pt-BR" smtClean="0"/>
              <a:t>03/10/2025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E322291-B883-4AB2-9EB6-2A122BB5783F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27DD19-ADFD-4D07-BDEF-DDBFBAF3EDFA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1DF989-28E5-49E4-9B16-B2DECF366824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2A9EA4-2202-4F43-8FDC-B9C7160AAF1A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svg"/><Relationship Id="rId15" Type="http://schemas.openxmlformats.org/officeDocument/2006/relationships/image" Target="../media/image3.png"/><Relationship Id="rId16" Type="http://schemas.openxmlformats.org/officeDocument/2006/relationships/image" Target="../media/image4.svg"/><Relationship Id="rId17" Type="http://schemas.openxmlformats.org/officeDocument/2006/relationships/image" Target="../media/image5.png"/><Relationship Id="rId18" Type="http://schemas.openxmlformats.org/officeDocument/2006/relationships/image" Target="../media/image6.png"/><Relationship Id="rId19" Type="http://schemas.openxmlformats.org/officeDocument/2006/relationships/image" Target="../media/image7.png"/><Relationship Id="rId20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 userDrawn="1"/>
        </p:nvSpPr>
        <p:spPr>
          <a:xfrm>
            <a:off x="4034313" y="1710615"/>
            <a:ext cx="41233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</a:p>
        </p:txBody>
      </p:sp>
      <p:graphicFrame>
        <p:nvGraphicFramePr>
          <p:cNvPr id="11" name="Tabela 1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038476096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9399922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  <p:pic>
        <p:nvPicPr>
          <p:cNvPr id="8" name="Imagem 7" descr="Círculo&#10;&#10;O conteúdo gerado por IA pode estar incorreto.">
            <a:extLst>
              <a:ext uri="{FF2B5EF4-FFF2-40B4-BE49-F238E27FC236}">
                <a16:creationId xmlns:a16="http://schemas.microsoft.com/office/drawing/2014/main" id="{12D9C2F1-B871-4F20-CDD7-A0836AA2DC01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741" y="5295041"/>
            <a:ext cx="1818599" cy="911307"/>
          </a:xfrm>
          <a:prstGeom prst="rect">
            <a:avLst/>
          </a:prstGeom>
        </p:spPr>
      </p:pic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/>
          <p:nvPr userDrawn="1"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/>
          <p:nvPr userDrawn="1"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F40C9E7D-A42E-1EFB-56F3-458E39C7CB5F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04649" y="5217453"/>
            <a:ext cx="3009900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 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{NOME}</a:t>
            </a:r>
            <a:r>
              <a:rPr lang="pt-BR" sz="1600" dirty="0">
                <a:latin typeface="Arial Rounded MT Bold" panose="020F0704030504030204" pitchFamily="34" charset="0"/>
              </a:rPr>
              <a:t>, participou da Capacitação em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“{CAPACITACAO}”</a:t>
            </a:r>
            <a:r>
              <a:rPr lang="pt-BR" sz="1600" dirty="0">
                <a:latin typeface="Arial Rounded MT Bold" panose="020F0704030504030204" pitchFamily="34" charset="0"/>
              </a:rPr>
              <a:t>, 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“{EVENTO}”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{DIA} de </a:t>
            </a:r>
            <a:r>
              <a:rPr lang="pt-BR" sz="1600">
                <a:latin typeface="Arial Rounded MT Bold" panose="020F0704030504030204" pitchFamily="34" charset="0"/>
              </a:rPr>
              <a:t>{MES</a:t>
            </a:r>
            <a:r>
              <a:rPr lang="pt-BR" sz="1600" dirty="0">
                <a:latin typeface="Arial Rounded MT Bold" panose="020F0704030504030204" pitchFamily="34" charset="0"/>
              </a:rPr>
              <a:t>} de {ANO</a:t>
            </a:r>
            <a:r>
              <a:rPr lang="pt-BR" sz="1600">
                <a:latin typeface="Arial Rounded MT Bold" panose="020F0704030504030204" pitchFamily="34" charset="0"/>
              </a:rPr>
              <a:t>}, totalizando </a:t>
            </a:r>
            <a:r>
              <a:rPr lang="pt-BR" sz="1600" dirty="0">
                <a:latin typeface="Arial Rounded MT Bold" panose="020F0704030504030204" pitchFamily="34" charset="0"/>
              </a:rPr>
              <a:t>{HORAS} horas.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03 de outubro de 2025.</a:t>
            </a: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EDSON A.S. DE A. NASCIMENTO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AO SISTEMA OPERACIONAL WINDOWS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6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</TotalTime>
  <Words>54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Arial Rounded MT Bold</vt:lpstr>
      <vt:lpstr>Calibri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112</cp:revision>
  <cp:lastPrinted>2024-04-02T16:53:08Z</cp:lastPrinted>
  <dcterms:created xsi:type="dcterms:W3CDTF">2020-12-18T18:22:31Z</dcterms:created>
  <dcterms:modified xsi:type="dcterms:W3CDTF">2025-10-03T22:24:57Z</dcterms:modified>
</cp:coreProperties>
</file>