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GALDIRLANE DA SILVA SANTOS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SISTEMA OPERACIONAL WINDOWS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