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BIANCA DA SILVA LIMA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7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MEIRE APARECIDA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7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BIANCA DA SILVA LIMA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7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MEIRE APARECIDA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7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GIOVANA ISABELA SANTOS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ANA CLARA DE SOUZA FRANCISCHINI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DEBORAH APARECIDA SANTOS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VICTOR HUGO CAETANO LOURENÇO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TATIANE APARECIDA DE SOUZA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JAQUELINE PEREIRA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EDSON A.S. DE A. NASCIMENTO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GIOVANA ISABELA SANTOS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ANA CLARA DE SOUZA FRANCISCHINI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DEBORAH APARECIDA SANTOS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VICTOR HUGO CAETANO LOURENÇO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JESSICA PEREIRA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SACHA SILVA BEZERRA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JAQUELINE PEREIRA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EDSON A.S. DE A. NASCIMENTO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TATIANE APARECIDA DE SOUZA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EDNA F. S. A. COMOZI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BEATRIZ ZANARDI RIBEIRO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EDNA F. S. A. COMOZI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ANA CLARA DE SOUZA FRANCISCHINI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GALDIRLANE DA SILVA SANTOS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EDSON A.S. DE A. NASCIMENTO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JAQUELINE PEREIRA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VICTOR HUGO CAETANO LOURENÇO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VENACIO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SOFIA DUARTE SPINELLI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BEATRIZ ZANARDI RIBEIRO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GIOVANA ISABELA SANTOS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EDNA F. S. A. COMOZI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ANA CLARA DE SOUZA FRANCISCHINI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GALDIRLANE DA SILVA SANTOS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DEBORAH APARECIDA SANTOS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EDSON A.S. DE A. NASCIMENTO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JAQUELINE PEREIRA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